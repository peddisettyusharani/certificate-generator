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7/16/2026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7/16/2026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7/16/2026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7/16/2026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7/16/2026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7/16/2026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7/16/2026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7/16/2026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7/16/2026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7/16/2026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7/16/2026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7/16/2026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118BF-1DDE-A2FE-D2EC-4B2AC3304B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 algn="l"/>
            <a:r>
              <a:rPr lang="en-IN" sz="2000" b="1" dirty="0"/>
              <a:t>Presented By:</a:t>
            </a:r>
            <a:br>
              <a:rPr lang="en-IN" sz="2000" dirty="0"/>
            </a:br>
            <a:r>
              <a:rPr lang="en-IN" sz="2000" b="1" dirty="0"/>
              <a:t>Student Name:</a:t>
            </a:r>
            <a:r>
              <a:rPr lang="en-IN" sz="2000" dirty="0"/>
              <a:t> </a:t>
            </a:r>
            <a:r>
              <a:rPr lang="en-IN" sz="2000" i="1" dirty="0"/>
              <a:t>Y R Kiran </a:t>
            </a:r>
            <a:r>
              <a:rPr lang="en-IN" sz="2000" i="1" dirty="0" err="1"/>
              <a:t>kumar</a:t>
            </a:r>
            <a:br>
              <a:rPr lang="en-IN" sz="2000" dirty="0"/>
            </a:br>
            <a:r>
              <a:rPr lang="en-IN" sz="2000" b="1" dirty="0"/>
              <a:t>Intern ID          :</a:t>
            </a:r>
            <a:r>
              <a:rPr lang="en-IN" sz="2000" dirty="0"/>
              <a:t>  </a:t>
            </a:r>
            <a:r>
              <a:rPr lang="en-IN" sz="2000" i="1" dirty="0"/>
              <a:t>BOV26O-0520</a:t>
            </a:r>
            <a:br>
              <a:rPr lang="en-IN" sz="2000" dirty="0"/>
            </a:br>
            <a:r>
              <a:rPr lang="en-IN" sz="2000" b="1" dirty="0"/>
              <a:t>Email               :</a:t>
            </a:r>
            <a:r>
              <a:rPr lang="en-IN" sz="2000" dirty="0"/>
              <a:t> </a:t>
            </a:r>
            <a:r>
              <a:rPr lang="en-IN" sz="2000" i="1" dirty="0"/>
              <a:t>yrkirankumar18@gmail.com</a:t>
            </a:r>
            <a:br>
              <a:rPr lang="en-IN" sz="2000" dirty="0"/>
            </a:br>
            <a:r>
              <a:rPr lang="en-IN" sz="2000" b="1" dirty="0"/>
              <a:t>Organization   :</a:t>
            </a:r>
            <a:r>
              <a:rPr lang="en-IN" sz="2000" dirty="0"/>
              <a:t> </a:t>
            </a:r>
            <a:r>
              <a:rPr lang="en-IN" sz="2000" dirty="0" err="1"/>
              <a:t>Brainovision</a:t>
            </a:r>
            <a:r>
              <a:rPr lang="en-IN" sz="2000" dirty="0"/>
              <a:t> Solutions India </a:t>
            </a:r>
            <a:r>
              <a:rPr lang="en-IN" sz="2000" dirty="0" err="1"/>
              <a:t>Pvt.</a:t>
            </a:r>
            <a:r>
              <a:rPr lang="en-IN" sz="2000" dirty="0"/>
              <a:t> Ltd. </a:t>
            </a:r>
            <a:br>
              <a:rPr lang="en-IN" sz="2000" dirty="0"/>
            </a:br>
            <a:r>
              <a:rPr lang="en-IN" sz="2000" b="1" dirty="0"/>
              <a:t>Internship Domain:</a:t>
            </a:r>
            <a:r>
              <a:rPr lang="en-IN" sz="2000" dirty="0"/>
              <a:t> GEN AI AND AGENTIC AI</a:t>
            </a:r>
            <a:br>
              <a:rPr lang="en-IN" sz="2000" dirty="0"/>
            </a:br>
            <a:endParaRPr lang="en-IN" sz="2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3B59EC-0D8D-FE9D-7675-5028E10C8F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57285" y="580336"/>
            <a:ext cx="5357600" cy="1160213"/>
          </a:xfrm>
        </p:spPr>
        <p:txBody>
          <a:bodyPr>
            <a:noAutofit/>
          </a:bodyPr>
          <a:lstStyle/>
          <a:p>
            <a:r>
              <a:rPr lang="en-IN" sz="4400" b="1" dirty="0"/>
              <a:t>Certificate Generation System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29776876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89FBA-957F-0B2B-650A-3EC89BDDC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95A4F2-4FC8-0594-697A-E9870C8659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Manual certificate generation is repetitive and time-consuming. </a:t>
            </a:r>
          </a:p>
          <a:p>
            <a:r>
              <a:rPr lang="en-IN" dirty="0"/>
              <a:t>Formatting each certificate individually increases the chance of errors. </a:t>
            </a:r>
          </a:p>
          <a:p>
            <a:r>
              <a:rPr lang="en-IN" dirty="0"/>
              <a:t>Managing certificates for a large number of participants is difficult. </a:t>
            </a:r>
          </a:p>
          <a:p>
            <a:r>
              <a:rPr lang="en-IN" dirty="0"/>
              <a:t>Traditional certificates lack an easy verification mechanism. </a:t>
            </a:r>
          </a:p>
          <a:p>
            <a:r>
              <a:rPr lang="en-IN" dirty="0"/>
              <a:t>Organizations require a faster, secure, and automated solution.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4047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3A69B-C653-EF00-7EA2-18E834F91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/>
              <a:t>Objectives &amp; Proposed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916143-C5C7-4D54-F544-7304838BD5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sz="2400" b="1" dirty="0"/>
              <a:t>Objectives</a:t>
            </a:r>
          </a:p>
          <a:p>
            <a:r>
              <a:rPr lang="en-IN" dirty="0"/>
              <a:t>Automate certificate generation. </a:t>
            </a:r>
          </a:p>
          <a:p>
            <a:r>
              <a:rPr lang="en-IN" dirty="0"/>
              <a:t>Support bulk certificate creation using CSV/XLSX files. </a:t>
            </a:r>
          </a:p>
          <a:p>
            <a:r>
              <a:rPr lang="en-IN" dirty="0"/>
              <a:t>Generate professional PDF certificates.</a:t>
            </a:r>
          </a:p>
          <a:p>
            <a:r>
              <a:rPr lang="en-IN" dirty="0"/>
              <a:t>Maintain certificate history in a database. Provide an easy-to-use dashboard for administrators.</a:t>
            </a:r>
          </a:p>
          <a:p>
            <a:r>
              <a:rPr lang="en-IN" sz="2600" b="1" dirty="0"/>
              <a:t>Proposed Solution</a:t>
            </a:r>
          </a:p>
          <a:p>
            <a:r>
              <a:rPr lang="en-IN" dirty="0"/>
              <a:t>Develop a Flask-based web application that automates the complete certificate generation process, stores participant records, generates QR-enabled certificates, and allows secure certificate verification.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5454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C1885-B175-D0AA-122D-BC721589E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/>
              <a:t>Technologies Used &amp;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A8F13-985D-DE26-303E-1E077BCD30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3599" y="1523999"/>
            <a:ext cx="7796540" cy="4989095"/>
          </a:xfrm>
        </p:spPr>
        <p:txBody>
          <a:bodyPr>
            <a:normAutofit/>
          </a:bodyPr>
          <a:lstStyle/>
          <a:p>
            <a:r>
              <a:rPr lang="en-IN" b="1" dirty="0"/>
              <a:t>Technologies                              Challenges                                                                                                 </a:t>
            </a:r>
          </a:p>
          <a:p>
            <a:r>
              <a:rPr lang="en-IN" dirty="0"/>
              <a:t>Python &amp; Flask                             Data Validation</a:t>
            </a:r>
          </a:p>
          <a:p>
            <a:r>
              <a:rPr lang="en-IN" dirty="0"/>
              <a:t>SQLite                                          PDF Generation </a:t>
            </a:r>
          </a:p>
          <a:p>
            <a:r>
              <a:rPr lang="en-IN" dirty="0" err="1"/>
              <a:t>ReportLab</a:t>
            </a:r>
            <a:r>
              <a:rPr lang="en-IN" dirty="0"/>
              <a:t>                                    Database Management</a:t>
            </a:r>
          </a:p>
          <a:p>
            <a:r>
              <a:rPr lang="en-IN" dirty="0"/>
              <a:t>Bootstrap                                     Responsive UI</a:t>
            </a:r>
          </a:p>
          <a:p>
            <a:r>
              <a:rPr lang="en-IN" dirty="0"/>
              <a:t>QR Code </a:t>
            </a:r>
          </a:p>
        </p:txBody>
      </p:sp>
    </p:spTree>
    <p:extLst>
      <p:ext uri="{BB962C8B-B14F-4D97-AF65-F5344CB8AC3E}">
        <p14:creationId xmlns:p14="http://schemas.microsoft.com/office/powerpoint/2010/main" val="35052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E286B-FCAF-B440-92EF-2B92B3685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1843" y="767669"/>
            <a:ext cx="7958331" cy="1077229"/>
          </a:xfrm>
        </p:spPr>
        <p:txBody>
          <a:bodyPr/>
          <a:lstStyle/>
          <a:p>
            <a:pPr algn="l"/>
            <a:r>
              <a:rPr lang="en-IN" b="1" dirty="0"/>
              <a:t>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7DEA2-B4D3-3330-B1DB-38475FF277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1361" y="1430086"/>
            <a:ext cx="6236177" cy="2630186"/>
          </a:xfrm>
        </p:spPr>
        <p:txBody>
          <a:bodyPr/>
          <a:lstStyle/>
          <a:p>
            <a:r>
              <a:rPr lang="en-IN" b="1" dirty="0"/>
              <a:t>Outcomes</a:t>
            </a:r>
          </a:p>
          <a:p>
            <a:r>
              <a:rPr lang="en-IN" dirty="0"/>
              <a:t>Successfully automated certificate generation. </a:t>
            </a:r>
          </a:p>
          <a:p>
            <a:r>
              <a:rPr lang="en-IN" dirty="0"/>
              <a:t>Reduced manual effort and processing time. </a:t>
            </a:r>
          </a:p>
          <a:p>
            <a:r>
              <a:rPr lang="en-IN" dirty="0"/>
              <a:t>Improved accuracy and consistency.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FD2F1D-C8A4-1A9C-1096-070A89EDCC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0519" y="1066538"/>
            <a:ext cx="3728891" cy="18005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11AD0E-C54F-3C16-E9AA-966FCCF99C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0519" y="2915099"/>
            <a:ext cx="3728891" cy="18075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C8EF32C-CC0B-2840-3490-92D770589A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0519" y="4770689"/>
            <a:ext cx="3728891" cy="1807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14700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{0E0E58B7-8C3A-49D2-A045-00D6A2FB5855}TF37254b02-f5b5-44b0-803d-e6af9466a024d8712c6d-28d3f990fef7</Template>
  <TotalTime>14</TotalTime>
  <Words>205</Words>
  <Application>Microsoft Office PowerPoint</Application>
  <PresentationFormat>Widescreen</PresentationFormat>
  <Paragraphs>28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MS Shell Dlg 2</vt:lpstr>
      <vt:lpstr>Wingdings</vt:lpstr>
      <vt:lpstr>Wingdings 3</vt:lpstr>
      <vt:lpstr>Madison</vt:lpstr>
      <vt:lpstr>Presented By: Student Name: Y R Kiran kumar Intern ID          :  BOV26O-0520 Email               : yrkirankumar18@gmail.com Organization   : Brainovision Solutions India Pvt. Ltd.  Internship Domain: GEN AI AND AGENTIC AI </vt:lpstr>
      <vt:lpstr>Problem Statement</vt:lpstr>
      <vt:lpstr>Objectives &amp; Proposed Solution</vt:lpstr>
      <vt:lpstr>Technologies Used &amp; Challenges</vt:lpstr>
      <vt:lpstr>Outcomes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kingkiran983@gmail.com</dc:creator>
  <cp:lastModifiedBy>kingkiran983@gmail.com</cp:lastModifiedBy>
  <cp:revision>1</cp:revision>
  <dcterms:created xsi:type="dcterms:W3CDTF">2026-07-16T01:12:40Z</dcterms:created>
  <dcterms:modified xsi:type="dcterms:W3CDTF">2026-07-16T01:27:02Z</dcterms:modified>
</cp:coreProperties>
</file>